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BiTool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Enterprise Integration &amp; Microservices Platform</a:t>
            </a:r>
            <a:br/>
            <a:br/>
            <a:r>
              <a:rPr/>
              <a:t>Executive Briefing — Confidential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BiTool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Enterprise Integration &amp; Microservices Platform</a:t>
            </a:r>
          </a:p>
          <a:p>
            <a:pPr lvl="0" indent="0" marL="0">
              <a:buNone/>
            </a:pPr>
            <a:r>
              <a:rPr/>
              <a:t>Visual, AI-driven no-code platform for building enterprise integrations, microservices, and data pipelines — from BRD to production.</a:t>
            </a:r>
          </a:p>
          <a:p>
            <a:pPr lvl="0" indent="0" marL="0">
              <a:buNone/>
            </a:pPr>
            <a:r>
              <a:rPr b="1"/>
              <a:t>MICROSERVICES</a:t>
            </a:r>
            <a:r>
              <a:rPr/>
              <a:t> → </a:t>
            </a:r>
            <a:r>
              <a:rPr b="1"/>
              <a:t>EAI</a:t>
            </a:r>
            <a:r>
              <a:rPr/>
              <a:t> → </a:t>
            </a:r>
            <a:r>
              <a:rPr b="1"/>
              <a:t>ELT / ETL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Challenge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Enterprise Integration Today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6100"/>
                <a:gridCol w="3873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Months</a:t>
                      </a:r>
                      <a:r>
                        <a:rPr/>
                        <a:t> to build one microservice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Slow time-to-market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Separate tools</a:t>
                      </a:r>
                      <a:r>
                        <a:rPr/>
                        <a:t> for each integration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Team fragmentation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Code ≠ Documentation</a:t>
                      </a:r>
                      <a:r>
                        <a:rPr/>
                        <a:t> — they drift apart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 audit failures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Manual deployment</a:t>
                      </a:r>
                      <a:r>
                        <a:rPr/>
                        <a:t> pipelines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Human error, downtime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 visibility</a:t>
                      </a:r>
                      <a:r>
                        <a:rPr/>
                        <a:t> into what’s running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Operational risk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What if the design </a:t>
            </a:r>
            <a:r>
              <a:rPr sz="2000" b="1"/>
              <a:t>was</a:t>
            </a:r>
            <a:r>
              <a:rPr sz="2000"/>
              <a:t> the code, the documentation, and the audit trail — all at once?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Three Capabilities, One Platform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Microservices — Builder + Orchestrator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Visually build complete REST APIs</a:t>
            </a:r>
          </a:p>
          <a:p>
            <a:pPr lvl="0"/>
            <a:r>
              <a:rPr/>
              <a:t>Deploy, version, scale, observe — all from one interface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EAI — Enterprise Application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Connect any system to any system</a:t>
            </a:r>
          </a:p>
          <a:p>
            <a:pPr lvl="0"/>
            <a:r>
              <a:rPr/>
              <a:t>Protocol translation, message routing, format conversion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ELT / ETL — 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Visual data pipelines with full Transform power</a:t>
            </a:r>
          </a:p>
          <a:p>
            <a:pPr lvl="0"/>
            <a:r>
              <a:rPr/>
              <a:t>Join, filter, aggregate, reshape — then load</a:t>
            </a:r>
          </a:p>
          <a:p>
            <a:pPr lvl="0"/>
            <a:r>
              <a:rPr/>
              <a:t>Schedule or trigger on events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It Works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Model IS the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Design → Execute → Observe → Modify → Redeploy</a:t>
            </a:r>
          </a:p>
          <a:p>
            <a:pPr lvl="0" indent="-342900" marL="342900">
              <a:buAutoNum type="arabicPeriod"/>
            </a:pPr>
            <a:r>
              <a:rPr b="1"/>
              <a:t>Design</a:t>
            </a:r>
            <a:r>
              <a:rPr/>
              <a:t> — Drag processing blocks onto a visual canvas, connect them</a:t>
            </a:r>
          </a:p>
          <a:p>
            <a:pPr lvl="0" indent="-342900" marL="342900">
              <a:buAutoNum type="arabicPeriod"/>
            </a:pPr>
            <a:r>
              <a:rPr b="1"/>
              <a:t>Execute</a:t>
            </a:r>
            <a:r>
              <a:rPr/>
              <a:t> — The platform compiles the model into a live service instantly</a:t>
            </a:r>
          </a:p>
          <a:p>
            <a:pPr lvl="0" indent="-342900" marL="342900">
              <a:buAutoNum type="arabicPeriod"/>
            </a:pPr>
            <a:r>
              <a:rPr b="1"/>
              <a:t>Observe</a:t>
            </a:r>
            <a:r>
              <a:rPr/>
              <a:t> — Real-time metrics, logs, and tracing built into every block</a:t>
            </a:r>
          </a:p>
          <a:p>
            <a:pPr lvl="0" indent="-342900" marL="342900">
              <a:buAutoNum type="arabicPeriod"/>
            </a:pPr>
            <a:r>
              <a:rPr b="1"/>
              <a:t>Modify</a:t>
            </a:r>
            <a:r>
              <a:rPr/>
              <a:t> — Change any block, reconnect, adjust parameters</a:t>
            </a:r>
          </a:p>
          <a:p>
            <a:pPr lvl="0" indent="-342900" marL="342900">
              <a:buAutoNum type="arabicPeriod"/>
            </a:pPr>
            <a:r>
              <a:rPr b="1"/>
              <a:t>Redeploy</a:t>
            </a:r>
            <a:r>
              <a:rPr/>
              <a:t> — Hot deploy in seconds, instant rollback to any version</a:t>
            </a:r>
          </a:p>
          <a:p>
            <a:pPr lvl="0" indent="0" marL="1270000">
              <a:buNone/>
            </a:pPr>
            <a:r>
              <a:rPr sz="2000"/>
              <a:t>No translation between design and code. The model IS the running service.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AI-Accelerated: BRD to Production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Step AI-Powered, Every Gate Human-Approved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Stage 1: BRD → OpenAPI Spec</a:t>
            </a:r>
          </a:p>
          <a:p>
            <a:pPr lvl="0"/>
            <a:r>
              <a:rPr/>
              <a:t>AI analyzes business requirements document</a:t>
            </a:r>
          </a:p>
          <a:p>
            <a:pPr lvl="0"/>
            <a:r>
              <a:rPr/>
              <a:t>Generates complete OpenAPI 3.0 specification</a:t>
            </a:r>
          </a:p>
          <a:p>
            <a:pPr lvl="0"/>
            <a:r>
              <a:rPr b="1"/>
              <a:t>Human Review Gate</a:t>
            </a:r>
            <a:r>
              <a:rPr/>
              <a:t> ✓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Stage 2: OpenAPI Spec → Model</a:t>
            </a:r>
          </a:p>
          <a:p>
            <a:pPr lvl="0"/>
            <a:r>
              <a:rPr/>
              <a:t>AI creates visual model from spec</a:t>
            </a:r>
          </a:p>
          <a:p>
            <a:pPr lvl="0"/>
            <a:r>
              <a:rPr/>
              <a:t>Auto-configures all processing blocks</a:t>
            </a:r>
          </a:p>
          <a:p>
            <a:pPr lvl="0"/>
            <a:r>
              <a:rPr b="1"/>
              <a:t>Human Review Gate</a:t>
            </a:r>
            <a:r>
              <a:rPr/>
              <a:t> ✓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Stage 3: Model → Test Suite</a:t>
            </a:r>
          </a:p>
          <a:p>
            <a:pPr lvl="0"/>
            <a:r>
              <a:rPr/>
              <a:t>AI generates integration tests</a:t>
            </a:r>
          </a:p>
          <a:p>
            <a:pPr lvl="0"/>
            <a:r>
              <a:rPr/>
              <a:t>Validates against requirements</a:t>
            </a:r>
          </a:p>
          <a:p>
            <a:pPr lvl="0"/>
            <a:r>
              <a:rPr b="1"/>
              <a:t>Human Review Gate</a:t>
            </a:r>
            <a:r>
              <a:rPr/>
              <a:t> ✓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Stage 4: Test Suite → Production</a:t>
            </a:r>
          </a:p>
          <a:p>
            <a:pPr lvl="0"/>
            <a:r>
              <a:rPr/>
              <a:t>AI configures deployment pipeline</a:t>
            </a:r>
          </a:p>
          <a:p>
            <a:pPr lvl="0"/>
            <a:r>
              <a:rPr/>
              <a:t>Canary release with monitoring</a:t>
            </a:r>
          </a:p>
          <a:p>
            <a:pPr lvl="0"/>
            <a:r>
              <a:rPr b="1"/>
              <a:t>Human Review Gate</a:t>
            </a:r>
            <a:r>
              <a:rPr/>
              <a:t> ✓</a:t>
            </a:r>
          </a:p>
          <a:p>
            <a:pPr lvl="0" indent="0" marL="0">
              <a:buNone/>
            </a:pPr>
            <a:r>
              <a:rPr b="1"/>
              <a:t>Properties:</a:t>
            </a:r>
            <a:r>
              <a:rPr/>
              <a:t> Deterministic · Auditable · Human-Gated · Reversible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Microservices — Deep Dive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Builder — Visual API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Receive requests → Validate → Authenticate → Process → Transform → Respond</a:t>
            </a:r>
          </a:p>
          <a:p>
            <a:pPr lvl="0"/>
            <a:r>
              <a:rPr/>
              <a:t>Every block is configurable, testable, and observable</a:t>
            </a:r>
          </a:p>
          <a:p>
            <a:pPr lvl="0"/>
            <a:r>
              <a:rPr/>
              <a:t>Import OpenAPI specs to auto-generate complete models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Orchestrator — Deploy &amp; Manage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One-click deploy to Kubernetes</a:t>
            </a:r>
          </a:p>
          <a:p>
            <a:pPr lvl="0"/>
            <a:r>
              <a:rPr/>
              <a:t>Version control: every model version stored, instant rollback</a:t>
            </a:r>
          </a:p>
          <a:p>
            <a:pPr lvl="0"/>
            <a:r>
              <a:rPr/>
              <a:t>Canary releases and auto-scaling</a:t>
            </a:r>
          </a:p>
          <a:p>
            <a:pPr lvl="0"/>
            <a:r>
              <a:rPr/>
              <a:t>Health monitoring, circuit breaking, request tracing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EAI — Enterprise Application Integration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Connect Any System to Any System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Integration Hub Architecture: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Protocol Translation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REST, SOAP, MQ, File, DB — unified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Message Routing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Content-based, rule-based, conditional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Format Conversion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JSON ↔ XML ↔ CSV ↔ EDN ↔ Custom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Error Handling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Dead letter queues, retry, alerting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Orchestration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Multi-step workflows, parallel execution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Replace point-to-point spaghetti with a visual integration hub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ELT / ETL — Data Transformation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Data Pipelines with Full Transform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Extract</a:t>
            </a:r>
          </a:p>
          <a:p>
            <a:pPr lvl="0"/>
            <a:r>
              <a:rPr/>
              <a:t>Database tables, APIs, files, message queues</a:t>
            </a:r>
          </a:p>
          <a:p>
            <a:pPr lvl="0"/>
            <a:r>
              <a:rPr/>
              <a:t>Scheduled pulls or event-triggered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Transform (The Differentiator)</a:t>
            </a:r>
          </a:p>
          <a:p>
            <a:pPr lvl="0"/>
            <a:r>
              <a:rPr/>
              <a:t>Visual blocks: Filter, Join, Aggregate, Reshape, Function</a:t>
            </a:r>
          </a:p>
          <a:p>
            <a:pPr lvl="0"/>
            <a:r>
              <a:rPr/>
              <a:t>Complex multi-step transformations — no code</a:t>
            </a:r>
          </a:p>
          <a:p>
            <a:pPr lvl="0"/>
            <a:r>
              <a:rPr/>
              <a:t>Preview results at every stage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Load</a:t>
            </a:r>
          </a:p>
          <a:p>
            <a:pPr lvl="0"/>
            <a:r>
              <a:rPr/>
              <a:t>Target databases, data warehouses, APIs, files</a:t>
            </a:r>
          </a:p>
          <a:p>
            <a:pPr lvl="0"/>
            <a:r>
              <a:rPr/>
              <a:t>Incremental or full refresh</a:t>
            </a:r>
          </a:p>
          <a:p>
            <a:pPr lvl="0"/>
            <a:r>
              <a:rPr/>
              <a:t>Error handling and retry built in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Side-by-Side: Traditional vs. BiTool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Traditional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BiTool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Build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3–6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1–2 weeks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Team 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8–12 developers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2–3 builders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Separate, drifts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model = the doc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 = the model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CI/CD pipeline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One-click, hot deploy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Rollback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Hours, risky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1 second, any version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Observability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Add-on tooling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Built into every block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Vendor Lock-In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Framework-specific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 model format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Platform Differentiators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Unified Platform for All Three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tool for microservices, EAI, and ELT/ETL. Teams learn one interface, share building blocks across projects.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= Auditable = Compliant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model is human-readable by compliance officers, business analysts, and regulators. No developer needed to explain what the system does.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OpenAPI / Spec-Driven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 an OpenAPI spec and auto-generate complete service models. Migrate existing APIs to the platform in minutes.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Extensible Block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country-specific, industry-specific, or proprietary processing blocks without modifying the platform.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Zero-Downtime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Hot deploy, canary releases, instant rollback. Every model version is stored — roll back to any version in under a second.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Investment Impact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Reduction in Delivery 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More Integrations per Quarter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Separate Audit Documentation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Rollback to Any 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 1 second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Microservices</a:t>
            </a:r>
            <a:r>
              <a:rPr/>
              <a:t> — Build &amp; deploy APIs visually. OpenAPI import. Hot deploy. Production observability.</a:t>
            </a:r>
          </a:p>
          <a:p>
            <a:pPr lvl="0"/>
            <a:r>
              <a:rPr b="1"/>
              <a:t>EAI</a:t>
            </a:r>
            <a:r>
              <a:rPr/>
              <a:t> — Connect any system. Transform &amp; route messages. Replace middleware sprawl.</a:t>
            </a:r>
          </a:p>
          <a:p>
            <a:pPr lvl="0"/>
            <a:r>
              <a:rPr b="1"/>
              <a:t>ELT / ETL</a:t>
            </a:r>
            <a:r>
              <a:rPr/>
              <a:t> — Visual data pipelines. Join, filter, aggregate, load. Scheduled or event-driven.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One Model. Three Capabilities. Zero Translation.</a:t>
            </a:r>
          </a:p>
          <a:p>
            <a:pPr lvl="0" indent="0" marL="0">
              <a:buNone/>
            </a:pPr>
            <a:r>
              <a:rPr b="1"/>
              <a:t>Design = Code = Documentation = Audit Trail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BiTool</dc:title>
  <dc:creator>Executive Briefing — Confidential</dc:creator>
  <cp:keywords/>
  <dcterms:created xsi:type="dcterms:W3CDTF">2026-02-26T04:42:02Z</dcterms:created>
  <dcterms:modified xsi:type="dcterms:W3CDTF">2026-02-26T04:42:02Z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Enterprise Integration &amp; Microservices Platform</vt:lpwstr>
  </property>
</Properties>
</file>